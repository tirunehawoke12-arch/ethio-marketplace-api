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የባዮሎጂ መግቢያ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ክፍል 1 — ሴል &amp; ሕይወት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ሴል ምንድን ነው?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ሴል የሕይወት መሠረታዊ አሃድ ነው</a:t>
            </a:r>
          </a:p>
          <a:p>
            <a:pPr lvl="1"/>
            <a:r>
              <a:t>ኒውክሊየስ</a:t>
            </a:r>
          </a:p>
          <a:p>
            <a:pPr lvl="1"/>
            <a:r>
              <a:t>ሳይቶፕላዝም &lt;ሙከራ&gt; &amp; "ጥቅስ"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ሠንጠረዥ እና ምስል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54864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548640">
                <a:tc>
                  <a:txBody>
                    <a:bodyPr/>
                    <a:lstStyle/>
                    <a:p>
                      <a:r>
                        <a:t>ክፍል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ተግባር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ኒውክሊየስ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ቁጥጥር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4" name="Picture 3" descr="p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657600"/>
            <a:ext cx="3657600" cy="2057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292608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ማስታወሻ፦ ሥዕሉን በደንብ ይመልከቱ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